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28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7C878-A8A3-FAAA-57E9-919F3C545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A44FAF-9E7D-3384-3AF0-F9292970A7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DE5AE-4542-9F0F-D74C-C7C1F8C9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D0A76-DD4A-7377-CA7A-AFD7EE182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9E585-1B73-C02A-3C7E-3DF42FB37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187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5C3F8-3A25-C7F8-1F42-474ED01B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CC6A-4BC1-D741-5DE9-33EE9DB22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280A-4157-2BC3-1376-58068AF87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8CC35-E492-01A8-9D90-62770C2E1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AD93-7F61-B3CB-7D76-39E200AC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2937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127E-B373-F14E-B76D-500B37A80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527ED-9487-6754-8D0D-50A162214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AD227-9976-8195-144C-12B0968AF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1AF1E-3C53-4C2A-5936-081BE631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E6BFD-E795-95E2-2770-1E96E9DD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433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1BBF4-0799-E5CB-5313-53FA110B7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03FDB-8D73-CFF1-721D-A67156F82C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EE690-24F6-1E9A-FA7A-275311902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03101-31C8-C8EB-71EA-B4AA3001C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85CB16-68A0-3104-5272-79D81DB08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2D87F-41B3-3C6B-B920-8870D55E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7024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8D676-F478-5F6B-55D5-37647A4EA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C361A1-1C50-66FC-2867-447F08735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2C3CFE-5A82-E253-2F80-9D64B9CDA0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75D464-577A-671F-8004-858F1F5B47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A3D429-520A-B70A-B4D2-8E2136D39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A45481-83FC-8510-BB29-AF2A53760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25706E-0D18-3333-ADE9-F81C31A26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026F8C-EE76-4A22-C7C3-933943AFF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578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D3D93-7BF9-8769-1A1B-2599A2185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802E0E-3ADB-F163-62C6-224B873A3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B4FB61-CB03-2E0F-80E9-C40FBDC3E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FF07C9-08EA-36ED-CFBE-FF44464DA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06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7B7A51-B35C-D074-3C70-8B84B5D90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D7423-95B3-60A0-5780-8D8180943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1B0B9-DC7E-04DC-D5C7-681226149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8748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06A-C621-0648-718F-67675F2D5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D825C-BD03-4E26-2745-68541D362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5C42D8-E770-1C53-BCE2-354DC143B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853EA1-22EF-F059-03FC-4E1B41AC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74A9D-5025-C426-A6CD-470273143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9A330-E46E-0C6A-B88C-D08943F8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899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84ABA-872D-F9EE-AD22-A8E939172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087870-95E5-189F-A31A-EFF04DD44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4AD0ED-1791-04D3-372D-92268B04C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42801-2E28-D323-E64D-DEDB021FC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81C7AF-C584-185F-F68B-4BE688F4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D5908-B3BA-403D-A931-D0E27623F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0727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C596D-1E50-EE72-2D45-4ED467688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CB2846-3494-BC74-46DF-0AC8F5E5D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2FC43-DA77-DD09-08A5-F063B6E69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64E4E-553C-3CBB-277F-08F33A73D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07777-BF85-5BB0-71B4-AFD6CF89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247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C276DE-4D4A-97C4-29DE-BFC64B6F13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B1C016-DB65-2125-09DA-17AFA845A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D7015-F8C4-1F9C-2D89-0EC491CFF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00F08-91CE-08AF-2A9C-2DA3481B2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D5F2A-B72E-B6A2-C0AD-F5C61ED0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459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CBE078-69F8-C8B5-D044-BC13C3660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9A6F3-1858-95AA-9724-C1ECB59D1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BB553-4886-4907-F47C-D80ECF7092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B9A263-5E0C-45B0-849E-D7BCA5A73EE4}" type="datetimeFigureOut">
              <a:rPr kumimoji="1" lang="ja-JP" altLang="en-US" smtClean="0"/>
              <a:t>2026/3/25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7DC98-B61C-5546-A9F2-77F6952CAB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E8CB1-A303-7FBD-90EA-A0D0A4ABC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A712C4-5C94-417B-A1DA-CC3205E51D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0398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游ゴシック</vt:lpstr>
      <vt:lpstr>游ゴシック Light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Yoshifumi Tsuda （津田 義史 - ツダ ヨシフミ）</dc:creator>
  <cp:lastModifiedBy>Yoshifumi Tsuda （津田 義史 - ツダ ヨシフミ）</cp:lastModifiedBy>
  <cp:revision>1</cp:revision>
  <dcterms:created xsi:type="dcterms:W3CDTF">2026-03-25T04:21:16Z</dcterms:created>
  <dcterms:modified xsi:type="dcterms:W3CDTF">2026-03-25T04:21:16Z</dcterms:modified>
</cp:coreProperties>
</file>