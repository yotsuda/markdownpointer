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425F-108E-375E-F0B3-02362F169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8EAD4-F84D-FE9A-6FB6-237029063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1597B-4FEE-C579-A062-6E232B96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D6711-0D00-4472-A945-3B148B8FF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3C694-102F-A145-C3E5-2BCF73E0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788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4425-1A28-EDEC-9C71-95C53819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6CF38-8BFF-FF7E-5B36-6813C4D16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BBEFF-C305-F572-FA93-DE9857D22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50DB8-5392-EFFA-098C-B00C599D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8080-751B-0175-020D-E2FAE833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0348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0733-50D8-7CB2-939F-36377BD0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2E3FF-A81B-C430-8F36-2C4CDDF4C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79BC8-E5D7-1287-E090-34C8FF3B3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87C2A-EA52-995D-F520-B9121B9C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AD9E7-9077-038F-1CD8-A5530197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0022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7636-9C58-27F1-BC5D-7CEBD14A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65F7F-A929-1AAF-C11F-2544D5E4C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7B577-DC25-11B0-3CEB-8BE025EBD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E5D4E-B6EE-2251-21B8-7B0FBC50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EA52F-CE53-38F7-7B92-07EB89C3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A99E8-627F-5134-4065-54C6E5F4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63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9A0F-3464-147A-2029-E8A2E0715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542DB-8023-9A2C-6205-EEC563F78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E70FB-A889-CDFE-5C8E-C060C00DB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D661F-F564-24C1-77CB-5EE30BBA2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04CBF-5BE1-B726-2C44-D97C5D277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9EC3B-4734-DD85-8ED2-B5949036A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656CC1-256A-BA1D-4EC6-7D2080C99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16B32-7DC3-24A0-8D75-8DC62F03B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09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23B4-E50E-BD5D-0C81-C5E71F4B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452F6-093C-5366-A540-A0736B65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625C4-6F41-6486-A540-7304DEB9C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59342-8E2A-03C5-0F68-CFC06C13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23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AD0F68-0098-BADB-2FBD-DA0A00D8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FA1BD-FEBE-2755-F9CF-38181B601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50B7A-8A51-7F47-F3F3-9DFAFBDA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956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9037-8D50-6229-14E5-94615BE5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2FEC-0FDD-E443-5556-A2AD30F96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242E7-0E72-FB06-8578-585B1C9A1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CEE1A-66C9-E077-1C63-ABB569D5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0A0A2-10BE-6387-5BD9-BA460179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3FD03-6566-44CA-21BC-1AB059BB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5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09DE-6164-6757-7A46-C62687F7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6E544F-3C01-ECF1-346E-A52CD977A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49EC0-16F9-9FEC-E004-6CFEF73EC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9615F-DDE8-8545-EFAE-02EBF195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FA89E-7269-873C-2628-7A2186F0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A30E8-3CC1-15D4-D9EA-38148AF3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43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3F8F-A0B9-1AE6-6092-31728F1E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3A8CB-D290-2434-D1C7-12FD596F8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D6D52-827E-4751-4AD9-13C1CF10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00A54-29FE-3465-15F5-F4F1AD9E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81A6C-D048-4396-2EDD-CF3FAF26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12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0EB87-E99D-AA6D-E14D-800D1D92E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6EAF6-9291-B940-9684-D17DB1958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40EEA-D68E-835A-5561-50288BEF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B4A69-9465-3DD1-84AD-C040941E5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C8584-48CE-B7EC-7FCD-7F5D0ED3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70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F1E473-4E11-F1BD-8461-86887C75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EDE19-C0FF-E4DC-EC04-D72319AA4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1861-3B8B-F5FE-C0AD-6CF0B60CB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B6EAC-6790-4DF2-8DED-0C3885C63A4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DFDCF-0A4C-D9F6-9B62-513A6F54E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C77F8-2B5A-432F-7DA2-5D4915217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DA1F6-5634-493E-AD06-4F2E3E8892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8369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58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Yoshifumi Tsuda （津田 義史 - ツダ ヨシフミ）</dc:creator>
  <cp:lastModifiedBy>Yoshifumi Tsuda （津田 義史 - ツダ ヨシフミ）</cp:lastModifiedBy>
  <cp:revision>1</cp:revision>
  <dcterms:created xsi:type="dcterms:W3CDTF">2026-03-25T12:16:48Z</dcterms:created>
  <dcterms:modified xsi:type="dcterms:W3CDTF">2026-03-25T12:16:49Z</dcterms:modified>
</cp:coreProperties>
</file>